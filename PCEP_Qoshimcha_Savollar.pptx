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PCEP-30-02 · 2-QISM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Qo'shimcha O'xshash Savollar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Imtihonda tushish ehtimoli yuqori bo'lgan 16 ta savol — kod tahlili bilan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08376" y="4160520"/>
            <a:ext cx="243230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008376" y="41605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41605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4160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0" y="4160520"/>
            <a:ext cx="243230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416052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Sanoq sistemalari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58984" y="41605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8984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&amp; Loops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savol: inglizcha kod/savol + o'zbekcha to'liq tushuncha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744200" y="5029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444752"/>
          </a:xfrm>
          <a:prstGeom prst="roundRect">
            <a:avLst>
              <a:gd name="adj" fmla="val 379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2, 3]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lst2 = lst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lst2[0] = 99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print(lst[0])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44385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182112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16852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365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906774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89318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631436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61784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356098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99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reference vs copy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lst2 = lst — bu nusxa (copy) emas! Ikkalasi bitta ro'yxatga ishora qiladi (reference).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lst2[0] o'zgartirilsa, lst ham o'zgaradi — chunki bir xil obyekt.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nusxa uchun: lst2 = lst[:] yoki lst.copy() ishlatiladi.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PCEP'da eng ko'p adashtiradigan savol turi.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40112" y="5029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40112" y="5029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about dictionaries in Python? (Select two answers.)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417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29971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4852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8745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351276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29260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can be of any mutable type, like a list.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4402836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7972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39776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dictionary is an ordered collection (Python 3.7+).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454396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0292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must be unique.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to'g'ri javob (✓)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dict qoidalari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Kalitlar (keys) noyob (unique) bo'lishi shart. ✓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 dan boshlab dict tartiblangan (insertion order saqlanadi). ✓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immutable bo'lishi kerak: list kalit bo'la olmaydi, lekin tuple bo'la oladi.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Qiymatlar (values) takrorlanishi mumkin — noyob bo'lishi shart emas.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40112" y="5029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40112" y="5029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methods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{'a': 1, 'b': 2}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print(d.get('c', 0))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93179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596896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80276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467862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" y="4673727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18863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4338828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4469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09794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'c'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.get() metodi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.get('c', 0) — 'c' kaliti yo'q bo'lsa, xato bermaydi, balki default qiymat 0 ni qaytaradi.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d['c'] yozilsa edi — KeyError chiqardi.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ko'rsatilmasa: d.get('c') → None qaytaradi.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Shuning uchun .get() xavfsiz usul hisoblanadi.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40112" y="5029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40112" y="5029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152144"/>
          </a:xfrm>
          <a:prstGeom prst="roundRect">
            <a:avLst>
              <a:gd name="adj" fmla="val 4762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[3, 1, 2]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lst.sort()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print(lst)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8782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889504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 1, 2]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98564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077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687318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78345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485132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8126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82946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 2, 1]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[1, 2, 3]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sort() vs sorted()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.sort() ro'yxatni JOYIDA (in-place) tartiblaydi va None qaytaradi.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print(lst.sort()) yozsangiz — None chiqadi (ko'p xato qiladi).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sorted(lst) esa YANGI tartiblangan ro'yxat qaytaradi, aslini o'zgartirmaydi.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Teskari uchun: lst.sort(reverse=True).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744200" y="5029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737360"/>
          </a:xfrm>
          <a:prstGeom prst="roundRect">
            <a:avLst>
              <a:gd name="adj" fmla="val 3158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20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69989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47472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35140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653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412623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0291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77774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65442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42925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local vs global scope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ichidagi x = 20 — bu LOKAL o'zgaruvchi, tashqaridagi x ga ta'sir qilmaydi.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x hali ham 10 bo'lib qoladi.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x ni o'zgartirish uchun funksiya ichida global x yozish kerak.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scope (ko'rinish doirasi) tushunchasi PCEP'da muhim.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41864" y="50292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341864" y="50292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737360"/>
          </a:xfrm>
          <a:prstGeom prst="roundRect">
            <a:avLst>
              <a:gd name="adj" fmla="val 3158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f(n):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+ f(n - 1)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print(f(3))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69989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347472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435140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653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412623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0291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77774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65442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429250"/>
            <a:ext cx="46177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rekursiya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 = 3 + f(2) = 3 + 2 + f(1) = 3 + 2 + 1 + f(0) = 3+2+1+0 = 6.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== 0 — bu BASE CASE (to'xtash sharti), bo'lmasa cheksiz rekursiya bo'lardi.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chaqiruv o'zidan kichik masalani hal qiladi.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yo'q bo'lsa: RecursionError (stack overflow).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40112" y="5029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040112" y="5029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152144"/>
          </a:xfrm>
          <a:prstGeom prst="roundRect">
            <a:avLst>
              <a:gd name="adj" fmla="val 4762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f(a, b=2, c=3):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+ 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print(f(1, c=10))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8782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889504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98564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077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687318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78345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485132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8126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82946"/>
            <a:ext cx="46177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13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default va keyword argumentlar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a=1 (pozitsion), c=10 (keyword bilan berildi), b esa default 2 bo'lib qoladi.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1 + 2 + 10 = 13.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argument default qiymatni almashtiradi.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 pozitsion argumentlar keyword'lardan oldin yozilishi shart.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24128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502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is raised?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int('abc')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67576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304288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61988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501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248406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56399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192524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0811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136642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ValueError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ValueError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int('abc') — 'abc' raqamga aylanmaydi, ValueError chiqadi.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to'g'ri (string), lekin QIYMAT noto'g'ri → ValueError.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int('123') esa to'g'ri ishlaydi → 123.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— tur mos kelmasa (masalan '2' + 2).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436608" y="502920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436608" y="50292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try/except/finally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2322576"/>
          </a:xfrm>
          <a:prstGeom prst="roundRect">
            <a:avLst>
              <a:gd name="adj" fmla="val 2362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print('A')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 / 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print('B')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4211955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57091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4059936"/>
            <a:ext cx="46177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 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471716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565142"/>
            <a:ext cx="46177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22236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5070348"/>
            <a:ext cx="46177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72757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575554"/>
            <a:ext cx="4617720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A B 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finally har doim ishlaydi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chop etiladi, keyin 1/0 → ZeroDivisionError yuz beradi.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bloki ushlaydi → 'B' chop etiladi.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HAR DOIM bajariladi (xato bo'lsa ham, bo'lmasa ham) → 'C'.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tartibi: A, B, C.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5029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literals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print(0o17, 0x1F, 0b101)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67576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304288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1F 101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61988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501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248406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15 31 5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56399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192524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0811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136642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8 16 2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15 31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sanoq sistemalari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0o17 — oktal (8-lik): 1*8 + 7 = 15.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0x1F — o'n oltilik (hex): 1*16 + 15 = 31.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0b101 — ikkilik (binary): 4 + 0 + 1 = 5.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Prefikslar: 0o = octal, 0x = hex, 0b = binary.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41864" y="50292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341864" y="50292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** 3 ** 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67576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304288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61988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501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248406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56399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192524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0811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136642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512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** o'ngdan bog'lanadi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operatori O'NGDAN chapga bog'lanadi (right-associative).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Demak: 2 ** (3 ** 2) = 2 ** 9 = 512.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chapdan bo'lganida: (2**3)**2 = 64 bo'lardi — lekin noto'g'ri.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operator precedence/associativity savoli.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41864" y="50292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341864" y="50292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// 2, 7 % 2, 7 / 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675763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20899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2304288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3 1 3.5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361988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248406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3.5 1 3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563999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192524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3 1 3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0811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136642"/>
            <a:ext cx="46177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4 1 3.5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3 1 3.5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bo'lish operatorlari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— butun bo'lish (floor division): 7 // 2 = 3.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— qoldiq (modulo): 7 % 2 = 1.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— oddiy bo'lish, har doim float qaytaradi: 7 / 2 = 3.5.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/ natijasi har doim float (3.0 ko'rinishida ham).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543032" y="50292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543032" y="502920"/>
            <a:ext cx="106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'PYTHON'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print(s[1:4])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93179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596896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'PYT'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80276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789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467862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'YTH'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67372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338828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'YTHO'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4469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09794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'PYTH'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'YTH'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slicing [start:stop]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s[1:4] — 1-indeksdan boshlab, 4-indeksgacha (4 KIRMAYDI).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Indekslar: P(0) Y(1) T(2) H(3) O(4) N(5).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Demak 1,2,3 indekslar: 'Y','T','H' → 'YTH'.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 stop indeks doim chiqarib qoldiriladi (exclusive).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543032" y="50292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543032" y="502920"/>
            <a:ext cx="1069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[0, 1, 2, 3, 4]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print(lst[::-1])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93179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596896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802761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7897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3467862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3, 2, 1, 0]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67372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338828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4469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09794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[4, 3, 2, 1, 0]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[::-1] teskari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 — step (qadam) -1, ya'ni ro'yxatni teskari qaytaradi.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Sintaksis: [start:stop:step].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[::2] — har ikkinchi element: [0, 2, 4].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ro'yxat va satrlar uchun ham ishlaydi.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744200" y="50292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744200" y="5029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859536"/>
          </a:xfrm>
          <a:prstGeom prst="roundRect">
            <a:avLst>
              <a:gd name="adj" fmla="val 6383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range(2, 10, 3):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end=' 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931795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76931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2596896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2 5 8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380276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467862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2 3 4 5 6 7 8 9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673727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338828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2 5 8 11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54469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209794"/>
            <a:ext cx="4617720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3 6 9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2 5 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range(start, stop, step)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range(2, 10, 3) — 2 dan boshlab, 10 gacha (kirmaydi), 3 qadam bilan.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Qiymatlar: 2, 5, 8 (keyingisi 11 bo'lardi, lekin 10 dan oshib ketadi).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(10) hech qachon chiqarilmaydi.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range(5) → 0,1,2,3,4 (default start=0, step=1).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341864" y="50292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341864" y="50292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else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5448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321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63040"/>
            <a:ext cx="4983480" cy="1444752"/>
          </a:xfrm>
          <a:prstGeom prst="roundRect">
            <a:avLst>
              <a:gd name="adj" fmla="val 3797"/>
            </a:avLst>
          </a:prstGeom>
          <a:solidFill>
            <a:srgbClr val="10303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72768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end=' ')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print('done')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443859"/>
            <a:ext cx="201168" cy="20116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8995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7008" y="3182112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2 done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4168521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906774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4893183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631436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5617845"/>
            <a:ext cx="201168" cy="201168"/>
          </a:xfrm>
          <a:prstGeom prst="ellipse">
            <a:avLst/>
          </a:prstGeom>
          <a:solidFill>
            <a:srgbClr val="D9E2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356098"/>
            <a:ext cx="461772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2 3 done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5257800" cy="5166360"/>
          </a:xfrm>
          <a:prstGeom prst="roundRect">
            <a:avLst>
              <a:gd name="adj" fmla="val 1416"/>
            </a:avLst>
          </a:prstGeom>
          <a:solidFill>
            <a:srgbClr val="0F2C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444752"/>
            <a:ext cx="470916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4447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javob: 0 1 2 done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103120"/>
            <a:ext cx="4672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TUSHUNCHA — for...else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84264" y="2560320"/>
            <a:ext cx="45994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siklining else bloki — sikl TO'LIQ tugaganda ishlaydi.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1 2 chop etiladi, keyin else → 'done'.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sikl break bilan to'xtasa — else ISHLAMAYDI.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Python'ning o'ziga xos xususiyati, ko'p adashtiradi.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PCEP Qo'shimcha Savollar</dc:title>
  <dc:subject>PptxGenJS Presentation</dc:subject>
  <dc:creator>Devbek</dc:creator>
  <cp:lastModifiedBy>Devbek</cp:lastModifiedBy>
  <cp:revision>1</cp:revision>
  <dcterms:created xsi:type="dcterms:W3CDTF">2026-06-23T03:04:21Z</dcterms:created>
  <dcterms:modified xsi:type="dcterms:W3CDTF">2026-06-23T03:04:21Z</dcterms:modified>
</cp:coreProperties>
</file>