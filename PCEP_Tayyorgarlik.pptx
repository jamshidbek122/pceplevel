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2809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PCEP-30-02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Imtihon Tayyorgarligi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Tez-tez uchraydigan savollar va ularning to'liq tushuntirilishi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1124712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160520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176272" y="416052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2176272" y="41605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886200" y="416052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886200" y="41605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715000" y="4160520"/>
            <a:ext cx="3145536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0" y="4160520"/>
            <a:ext cx="3145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vs Interpreter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89136" y="4160520"/>
            <a:ext cx="1124712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9089136" y="4160520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slaydda: inglizcha savol (definition) + o'zbekcha tushuncha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411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which is used to transform a source file into an executable binary file is called: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53212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0136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VARIANTLAR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" y="2718054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235000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interpreter.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41248" y="3655314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0" name="Text 8"/>
          <p:cNvSpPr/>
          <p:nvPr/>
        </p:nvSpPr>
        <p:spPr>
          <a:xfrm>
            <a:off x="1207008" y="328726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41248" y="4592574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537710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07008" y="422452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41248" y="5529834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5" name="Text 13"/>
          <p:cNvSpPr/>
          <p:nvPr/>
        </p:nvSpPr>
        <p:spPr>
          <a:xfrm>
            <a:off x="1207008" y="516178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55080" y="1600200"/>
            <a:ext cx="5257800" cy="4754880"/>
          </a:xfrm>
          <a:prstGeom prst="roundRect">
            <a:avLst>
              <a:gd name="adj" fmla="val 1538"/>
            </a:avLst>
          </a:prstGeom>
          <a:solidFill>
            <a:srgbClr val="0F2C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1856232"/>
            <a:ext cx="470916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185623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javob: a compiler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47688" y="251460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TUSHUNCHA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84264" y="2971800"/>
            <a:ext cx="459943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(kompilyator) — manba kodini (source file) butunlay o'qib, uni mashina tushunadigan bajariladigan (executable) faylga aylantiradi.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esa kodni qatorma-qator o'qiydi va darhol bajaradi, alohida .exe fayl yaratmaydi.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Linker — bir nechta obyekt fayllarni bitta dasturga birlashtiradi (bu asosiy javob emas).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— kod yozish muhiti (masalan IDLE, PyCharm), bu dastur emas, vosita.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Esda tut: 'binary / executable' so'zi ko'rinsa — javob compiler.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411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written in a high-level programming language is called: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53212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0136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VARIANTLAR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" y="2718054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235000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code.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41248" y="3655314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0" name="Text 8"/>
          <p:cNvSpPr/>
          <p:nvPr/>
        </p:nvSpPr>
        <p:spPr>
          <a:xfrm>
            <a:off x="1207008" y="328726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ASCII code.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41248" y="4592574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537710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07008" y="422452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 code.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41248" y="5529834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5" name="Text 13"/>
          <p:cNvSpPr/>
          <p:nvPr/>
        </p:nvSpPr>
        <p:spPr>
          <a:xfrm>
            <a:off x="1207008" y="516178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code.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55080" y="1600200"/>
            <a:ext cx="5257800" cy="4754880"/>
          </a:xfrm>
          <a:prstGeom prst="roundRect">
            <a:avLst>
              <a:gd name="adj" fmla="val 1538"/>
            </a:avLst>
          </a:prstGeom>
          <a:solidFill>
            <a:srgbClr val="0F2C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1856232"/>
            <a:ext cx="470916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185623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javob: a source code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47688" y="251460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TUSHUNCHA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84264" y="2971800"/>
            <a:ext cx="459943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(manba kod) — odam tushunadigan, yuqori darajadagi (high-level) tilda yozilgan kod, masalan Python.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/ machine code — kompyuter to'g'ridan-to'g'ri bajaradigan 0 va 1 lardan iborat past darajadagi kod.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— bu belgilarni raqamga moslovchi kodlash jadvali, dasturlash tili emas.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Qoida: 'high-level language' = source code. 'low-level / 0 va 1' = machine code.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411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syntax is a part of a language definition which describes the rules used to build: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53212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0136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VARIANTLAR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" y="2718054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235000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from a set of symbols.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41248" y="3655314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00450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07008" y="328726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sentences from a set of words.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41248" y="4592574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422452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symbols from a set of dots.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41248" y="5529834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5" name="Text 13"/>
          <p:cNvSpPr/>
          <p:nvPr/>
        </p:nvSpPr>
        <p:spPr>
          <a:xfrm>
            <a:off x="1207008" y="516178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from digits.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55080" y="1600200"/>
            <a:ext cx="5257800" cy="4754880"/>
          </a:xfrm>
          <a:prstGeom prst="roundRect">
            <a:avLst>
              <a:gd name="adj" fmla="val 1538"/>
            </a:avLst>
          </a:prstGeom>
          <a:solidFill>
            <a:srgbClr val="0F2C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1856232"/>
            <a:ext cx="470916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185623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javob: the sentences from a set of words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47688" y="251460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TUSHUNCHA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84264" y="2971800"/>
            <a:ext cx="459943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(sintaksis) — tilning grammatik qoidalari: so'zlardan (words) to'g'ri gaplar (sentences) qanday tuzilishini belgilaydi.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Tabiiy tilda ham, dasturlash tilida ham syntax = qoidalar to'plami.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syntax buzilsa, Python SyntaxError beradi (masalan ':' yoki qavs unutilsa).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 qol: words → (syntax qoidalari) → sentences.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411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in which the source code is immediately executed without translating it into machine code is called: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53212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0136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VARIANTLAR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" y="2718054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235000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41248" y="3655314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0" name="Text 8"/>
          <p:cNvSpPr/>
          <p:nvPr/>
        </p:nvSpPr>
        <p:spPr>
          <a:xfrm>
            <a:off x="1207008" y="328726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41248" y="4592574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2" name="Text 10"/>
          <p:cNvSpPr/>
          <p:nvPr/>
        </p:nvSpPr>
        <p:spPr>
          <a:xfrm>
            <a:off x="1207008" y="422452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41248" y="5529834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474970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07008" y="516178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55080" y="1600200"/>
            <a:ext cx="5257800" cy="4754880"/>
          </a:xfrm>
          <a:prstGeom prst="roundRect">
            <a:avLst>
              <a:gd name="adj" fmla="val 1538"/>
            </a:avLst>
          </a:prstGeom>
          <a:solidFill>
            <a:srgbClr val="0F2C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1856232"/>
            <a:ext cx="470916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185623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javob: interpretation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47688" y="251460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TUSHUNCHA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84264" y="2971800"/>
            <a:ext cx="459943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— manba kod mashina kodiga aylantirilmasdan, darhol qatorma-qator bajariladi. Python aynan shunday ishlaydi.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esa avval butun kodni mashina kodiga o'giradi, keyin bajaradi.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— xatolarni topish va tuzatish jarayoni.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— fayllarni birlashtirish.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 so'z: 'immediately executed without translating' = interpretation.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411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 the code given as a source file whose name has the .py extension, you need to have: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53212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0136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VARIANTLAR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" y="2718054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235000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MS Windows computer.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41248" y="3655314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0" name="Text 8"/>
          <p:cNvSpPr/>
          <p:nvPr/>
        </p:nvSpPr>
        <p:spPr>
          <a:xfrm>
            <a:off x="1207008" y="328726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editor.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41248" y="4592574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537710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07008" y="422452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interpreter.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41248" y="5529834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5" name="Text 13"/>
          <p:cNvSpPr/>
          <p:nvPr/>
        </p:nvSpPr>
        <p:spPr>
          <a:xfrm>
            <a:off x="1207008" y="516178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compiler.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55080" y="1600200"/>
            <a:ext cx="5257800" cy="4754880"/>
          </a:xfrm>
          <a:prstGeom prst="roundRect">
            <a:avLst>
              <a:gd name="adj" fmla="val 1538"/>
            </a:avLst>
          </a:prstGeom>
          <a:solidFill>
            <a:srgbClr val="0F2C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1856232"/>
            <a:ext cx="470916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185623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javob: a Python interpreter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47688" y="251460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TUSHUNCHA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84264" y="2971800"/>
            <a:ext cx="459943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.py faylni ishga tushirish uchun Python interpreter (CPython) kerak — u kodni o'qib bajaradi.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kompyuter shart emas — Python Linux, macOS da ham ishlaydi.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(matn muharriri) kodni yozishga yordam beradi, lekin ishga tushirmaydi.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'compiler' degan tushuncha bu yerda to'g'ri javob emas — Python interpretatsiya qilinadigan til.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411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true about tuples? (Select two answers.)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53212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0136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VARIANTLAR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" y="2718054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63190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07008" y="235000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+ operator can be applied to tuples and means concatenation.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41248" y="3655314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328726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tuple elements must be of the same type.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41248" y="4592574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422452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 keyword can be applied to a single tuple element.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41248" y="5529834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474970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07008" y="516178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are immutable — you can't change their contents.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55080" y="1600200"/>
            <a:ext cx="5257800" cy="4754880"/>
          </a:xfrm>
          <a:prstGeom prst="roundRect">
            <a:avLst>
              <a:gd name="adj" fmla="val 1538"/>
            </a:avLst>
          </a:prstGeom>
          <a:solidFill>
            <a:srgbClr val="0F2C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856232"/>
            <a:ext cx="470916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85623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 to'g'ri javob (pastda ✓)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47688" y="251460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TUSHUNCHA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84264" y="2971800"/>
            <a:ext cx="459943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immutable (o'zgarmas) — yaratilgandan keyin elementlarini o'zgartirib bo'lmaydi. ✓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operatori ikki tuple'ni birlashtiradi (concatenation): (1,2)+(3,) → (1,2,3). ✓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Elementlar har xil turdagi bo'lishi mumkin: (1, 'a', 3.5) — to'liq joiz.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bitta elementni o'chira olmaydi (immutable); faqat butun tuple'ni del o'chiradi.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411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true about exceptions in Python? (Select two answers.)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53212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0136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VARIANTLAR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" y="2718054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235000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exception remains unhandled, an error is printed and execution continues.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41248" y="3655314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00450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07008" y="328726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inside the try branch may not be fully executed.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41248" y="4592574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422452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IndexError may be raised when accessing a nonexistent dictionary element.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41248" y="5529834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474970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07008" y="516178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unhandled exception causes the program to terminate.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55080" y="1600200"/>
            <a:ext cx="5257800" cy="4754880"/>
          </a:xfrm>
          <a:prstGeom prst="roundRect">
            <a:avLst>
              <a:gd name="adj" fmla="val 1538"/>
            </a:avLst>
          </a:prstGeom>
          <a:solidFill>
            <a:srgbClr val="0F2C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856232"/>
            <a:ext cx="470916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85623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 to'g'ri javob (pastda ✓)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47688" y="251460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TUSHUNCHA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84264" y="2971800"/>
            <a:ext cx="459943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Ushlanmagan (unhandled) exception dasturni to'xtatadi (terminate). ✓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ichidagi kod to'liq bajarilmasligi mumkin — xato chiqsa, qolgan qatorlar o'tkazib yuboriladi. ✓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Lug'atda (dict) mavjud bo'lmagan kalitga murojaat IndexError emas, KeyError beradi.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IndexError — bu ro'yxat (list) yoki tuple'da noto'g'ri indeksda chiqadi.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411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sentences are true? (Functions — select two answers.)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53212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0136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VARIANTLAR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" y="2718054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235000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cannot invoke itself.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41248" y="3655314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00450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07008" y="328726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declaration may be located anywhere in the source code.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41248" y="4592574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537710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7008" y="422452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 variable with an existing function name shadows that function.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5529834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474970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07008" y="5161788"/>
            <a:ext cx="4617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return expression, the function returns None implicitly.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55080" y="1600200"/>
            <a:ext cx="5257800" cy="4754880"/>
          </a:xfrm>
          <a:prstGeom prst="roundRect">
            <a:avLst>
              <a:gd name="adj" fmla="val 1538"/>
            </a:avLst>
          </a:prstGeom>
          <a:solidFill>
            <a:srgbClr val="0F2C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29400" y="1856232"/>
            <a:ext cx="470916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185623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 to'g'ri javob (pastda ✓)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47688" y="251460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TUSHUNCHA (e'tibor: 3 ta to'g'ri)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84264" y="2971800"/>
            <a:ext cx="459943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 o'zini chaqira oladi — bu rekursiya (recursion). Demak 1-variant noto'g'ri.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 e'loni kodning istalgan joyida bo'lishi mumkin (chaqirishdan oldin aniqlangan bo'lsa). ✓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O'zgaruvchiga funksiya nomini bersangiz, u funksiyani 'shadow' (yashiradi). ✓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bo'lmasa, funksiya avtomatik None qaytaradi. ✓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Diqqat: rasmda 'select two' deyilgan, lekin mantiqan 3 ta to'g'ri — bu mavzuni yaxshi tushunish kerak.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esda tutiladigan qoidalar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imtihonida shu naqshlar takrorlanadi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16384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6712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10312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vs Interpreter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48716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executable/binary → compiler; immediately executed → interpretation. Python interpretatsiya qilinadi.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46520" y="192024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16384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216712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210312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vs Machine code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0" y="248716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til = source code; 0 va 1 = machine/binary code.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16384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81304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813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37490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13308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+ concatenation (+). del faqat butun tuple'ni o'chiradi, elementni emas.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46520" y="356616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16384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381304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3813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0" y="37490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0" y="413308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unhandled exception → dastur to'xtaydi. dict noto'g'ri kalit → KeyError (IndexError emas).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521208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16384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" y="545896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458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00200" y="53949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00200" y="577900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rekursiya mumkin; return yo'q → None; bir xil nom → shadowing.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46520" y="521208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16384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0" y="545896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5458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15200" y="53949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.py ishga tushirish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315200" y="577900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Python interpreter kerak — OS yoki editor shart emas.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PCEP Imtihon Tayyorgarligi</dc:title>
  <dc:subject>PptxGenJS Presentation</dc:subject>
  <dc:creator>Devbek</dc:creator>
  <cp:lastModifiedBy>Devbek</cp:lastModifiedBy>
  <cp:revision>1</cp:revision>
  <dcterms:created xsi:type="dcterms:W3CDTF">2026-06-23T02:40:56Z</dcterms:created>
  <dcterms:modified xsi:type="dcterms:W3CDTF">2026-06-23T02:40:56Z</dcterms:modified>
</cp:coreProperties>
</file>